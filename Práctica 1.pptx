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c3d0eaa3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c3d0eaa3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c3d0eaa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c3d0eaa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c3d0eaa3b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c3d0eaa3b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c3d0eaa3b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c3d0eaa3b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c3d0eaa3b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c3d0eaa3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Práctica 1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dk1"/>
                </a:solidFill>
              </a:rPr>
              <a:t>Equació Schrödinger potencial 1D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586225" y="4227100"/>
            <a:ext cx="2436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</a:rPr>
              <a:t>Álvaro Martín Moreno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7400" y="856350"/>
            <a:ext cx="4729050" cy="365154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2157400" y="1282460"/>
            <a:ext cx="2101500" cy="370500"/>
          </a:xfrm>
          <a:prstGeom prst="rect">
            <a:avLst/>
          </a:prstGeom>
          <a:solidFill>
            <a:srgbClr val="000000"/>
          </a:solidFill>
          <a:ln cap="flat" cmpd="sng" w="14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3650" lIns="143650" spcFirstLastPara="1" rIns="143650" wrap="square" tIns="14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99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Unidades atómicas y aproximación de la derivada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0575" y="1588088"/>
            <a:ext cx="33147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075" y="1543175"/>
            <a:ext cx="3872804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4280275" y="1617150"/>
            <a:ext cx="819900" cy="71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5">
            <a:alphaModFix/>
          </a:blip>
          <a:srcRect b="0" l="3763" r="0" t="0"/>
          <a:stretch/>
        </p:blipFill>
        <p:spPr>
          <a:xfrm>
            <a:off x="63075" y="3250075"/>
            <a:ext cx="3809725" cy="91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6">
            <a:alphaModFix/>
          </a:blip>
          <a:srcRect b="0" l="0" r="4753" t="0"/>
          <a:stretch/>
        </p:blipFill>
        <p:spPr>
          <a:xfrm>
            <a:off x="4803775" y="3139900"/>
            <a:ext cx="4227675" cy="1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/>
          <p:nvPr/>
        </p:nvSpPr>
        <p:spPr>
          <a:xfrm>
            <a:off x="3983875" y="3342413"/>
            <a:ext cx="819900" cy="71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de la matriz</a:t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5300" y="1616525"/>
            <a:ext cx="2381250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0138" y="1152463"/>
            <a:ext cx="3305175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9950" y="3572588"/>
            <a:ext cx="17335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60650" y="3505913"/>
            <a:ext cx="177165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 rotWithShape="1">
          <a:blip r:embed="rId7">
            <a:alphaModFix/>
          </a:blip>
          <a:srcRect b="0" l="0" r="4753" t="0"/>
          <a:stretch/>
        </p:blipFill>
        <p:spPr>
          <a:xfrm>
            <a:off x="151138" y="3377400"/>
            <a:ext cx="4227675" cy="1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/>
          <p:nvPr/>
        </p:nvSpPr>
        <p:spPr>
          <a:xfrm>
            <a:off x="114550" y="3328675"/>
            <a:ext cx="4357500" cy="1162200"/>
          </a:xfrm>
          <a:prstGeom prst="ellipse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Sistema con slanted wall potential</a:t>
            </a:r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 rotWithShape="1">
          <a:blip r:embed="rId3">
            <a:alphaModFix/>
          </a:blip>
          <a:srcRect b="0" l="0" r="2997" t="0"/>
          <a:stretch/>
        </p:blipFill>
        <p:spPr>
          <a:xfrm>
            <a:off x="5315550" y="2275725"/>
            <a:ext cx="3629025" cy="109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075" y="1816650"/>
            <a:ext cx="4804374" cy="247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000" y="466050"/>
            <a:ext cx="5577845" cy="42114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/>
          <p:nvPr/>
        </p:nvSpPr>
        <p:spPr>
          <a:xfrm>
            <a:off x="4831300" y="3373600"/>
            <a:ext cx="45000" cy="1482300"/>
          </a:xfrm>
          <a:prstGeom prst="mathMinus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